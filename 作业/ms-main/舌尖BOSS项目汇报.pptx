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57908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5120640"/>
            <a:ext cx="57908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舌尖BOSS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4A843"/>
                </a:solidFill>
                <a:latin typeface="Microsoft YaHei"/>
              </a:defRPr>
            </a:pPr>
            <a:r>
              <a:t>中国美食文化探索网站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Taste of China — Interactive Food Culture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团队成员：卢酉杰  王军帅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137160" cy="1371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2743200"/>
            <a:ext cx="137160" cy="1371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3716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81360" y="4206240"/>
            <a:ext cx="13716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项目总述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以中国美食文化为主题的交互式探索网站，涵盖首页、地图探索、美食列表、详情页、挑战推荐五大模块，收录15道特色美食数据。用户可通过地图可视化、多维度搜索、智能推荐等多种方式发现和探索中国地域美食文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508760"/>
            <a:ext cx="822959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创意来源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中国拥有丰富多元的地域美食文化，但传统呈现方式缺乏交互性和趣味性。本项目将美食文化与Web技术结合，通过SVG地图可视化、智能匹配算法、成就挑战系统等创新交互，让用户在探索中感受中国美食的博大精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2084831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1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59"/>
            <a:ext cx="18105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首页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1999"/>
            <a:ext cx="181051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搜索 + 统计</a:t>
            </a:r>
            <a:br/>
            <a:r>
              <a:t>今日BOSS预览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43783" y="3749039"/>
            <a:ext cx="2084831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3" y="38861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43" y="4251959"/>
            <a:ext cx="18105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地图探索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3" y="4571999"/>
            <a:ext cx="181051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SVG中国地图</a:t>
            </a:r>
            <a:br/>
            <a:r>
              <a:t>省份交互 + 美食定位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6" y="3749039"/>
            <a:ext cx="2084831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1806" y="38861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6" y="4251959"/>
            <a:ext cx="18105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美食列表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6" y="4571999"/>
            <a:ext cx="181051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Grid布局</a:t>
            </a:r>
            <a:br/>
            <a:r>
              <a:t>二级联动筛选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4069" y="3749039"/>
            <a:ext cx="2084831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49" y="38861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29" y="4251959"/>
            <a:ext cx="18105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详情页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29" y="4571999"/>
            <a:ext cx="181051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数据驱动渲染</a:t>
            </a:r>
            <a:br/>
            <a:r>
              <a:t>URL参数解析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29212" y="3749039"/>
            <a:ext cx="2084831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2092" y="38861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2" y="4251959"/>
            <a:ext cx="18105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挑战推荐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6372" y="4571999"/>
            <a:ext cx="181051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智能匹配算法</a:t>
            </a:r>
            <a:br/>
            <a:r>
              <a:t>成就记录系统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技术栈：HTML5 + CSS3 + JavaScript  |  数据存储：LocalStorage  |  地图渲染：SVG + GeoJSON  |  设计系统：CSS Variables + 响应式布局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首页 · 搜索功能实现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index.html — Real-time Multi-field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功能概述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Hero区域：渐变背景 + 项目口号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搜索模块：实时输入即搜索，0延迟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统计网格：4列CSS Grid展示关键数据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今日BOSS：基于日期哈希的确定性推荐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快捷导航：一键跳转各功能模块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822959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实现原理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监听input事件，触发实时过滤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对foodBosses数组执行filter()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6个维度模糊匹配：name / city / region / type / taste / desc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taste数组使用some()遍历匹配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全部转小写后includes()比较，忽略大小写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8016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91640"/>
            <a:ext cx="57607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const results = foodBosses.filter(food =&gt;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return food.name.toLowerCase().includes(keyword) ||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food.city.toLowerCase().includes(keyword) ||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food.region.toLowerCase().includes(keyword) ||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food.type.toLowerCase().includes(keyword) ||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food.taste.some(t =&gt;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    t.toLowerCase().includes(keyword)) ||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food.desc.toLowerCase().includes(keyword);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663440"/>
            <a:ext cx="822959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搜索维度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074920"/>
            <a:ext cx="16459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0932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name  →  名称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074920"/>
            <a:ext cx="16459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50932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city  →  城市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5074920"/>
            <a:ext cx="16459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50932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region  →  地区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5577840"/>
            <a:ext cx="16459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5961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type  →  类型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577840"/>
            <a:ext cx="16459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55961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taste[]  →  口味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5577840"/>
            <a:ext cx="16459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55961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desc  →  描述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4/10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地图页 · SVG地图渲染原理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map.html — GeoJSON to SVG Path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194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GeoJSON</a:t>
            </a:r>
            <a:br/>
            <a:r>
              <a:t>原始数据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1E2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371600"/>
            <a:ext cx="2194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417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坐标投影</a:t>
            </a:r>
            <a:br/>
            <a:r>
              <a:t>project()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1E2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194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SVG Path</a:t>
            </a:r>
            <a:br/>
            <a:r>
              <a:t>d属性拼接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1E2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194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417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DOM渲染</a:t>
            </a:r>
            <a:br/>
            <a:r>
              <a:t>交互绑定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60320"/>
            <a:ext cx="1097280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坐标投影算法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71800"/>
            <a:ext cx="5303520" cy="24688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function project(lng, lat)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const x = ((lng - MAP_LNG_MIN) /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(MAP_LNG_MAX - MAP_LNG_MIN)) * MAP_W;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const y = ((MAP_LAT_MAX - lat) /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(MAP_LAT_MAX - MAP_LAT_MIN)) * MAP_H;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return [x.toFixed(2), y.toFixed(2)];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60320"/>
            <a:ext cx="1783080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GeoJSON处理流程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71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① 加载china_geo_data.js中的GeoJSON对象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② 遍历features数组获取各省级行政区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③ 对每个feature的coordinates递归处理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④ MultiPolygon类型逐层遍历坐标数组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⑤ 每组坐标经project()转换得[x, y]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⑥ 拼接 M x y L x y ... Z 生成SVG path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⑦ 创建&lt;path&gt;元素设置d属性与样式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⑧ 绑定hover/click事件实现交互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928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运行效果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完整中国SVG地图  ·  省份hover高亮 + Tooltip信息  ·  安徽省特殊脉冲动画 + 渐变填充  ·  美食标记点定位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地图页 · 搜索与视觉效果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map.html — Search &amp; Visual Effects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地图搜索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输入关键词实时过滤省份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匹配省份保持正常显示 + 高亮边框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非匹配省份透明度降低至0.3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搜索结果数量实时显示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0292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// 地图搜索过滤逻辑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provinces.forEach(p =&gt;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const match = p.name.includes(keyword) ||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p.foods.some(f =&gt; f.includes(keyword));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p.element.style.opacity = match ? '1' : '0.3';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p.element.style.stroke = match ?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      '#C41E24' : '#ccc';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80160"/>
            <a:ext cx="822959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视觉效果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91640"/>
            <a:ext cx="2743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24"/>
                </a:solidFill>
                <a:latin typeface="Microsoft YaHei"/>
              </a:defRPr>
            </a:pPr>
            <a:r>
              <a:t>省份Hover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1488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transform: scale(1.02)</a:t>
            </a:r>
            <a:br/>
            <a:r>
              <a:t>box-shadow阴影增强</a:t>
            </a:r>
            <a:br/>
            <a:r>
              <a:t>stroke颜色变红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91640"/>
            <a:ext cx="2743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Microsoft YaHei"/>
              </a:defRPr>
            </a:pPr>
            <a:r>
              <a:t>安徽脉冲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488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CSS @keyframes pulse</a:t>
            </a:r>
            <a:br/>
            <a:r>
              <a:t>渐变填充 animate</a:t>
            </a:r>
            <a:br/>
            <a:r>
              <a:t>0%→50%→100% 透明度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611880"/>
            <a:ext cx="2743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E1820"/>
                </a:solidFill>
                <a:latin typeface="Microsoft YaHei"/>
              </a:defRPr>
            </a:pPr>
            <a:r>
              <a:t>毛玻璃Tooltip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069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backdrop-filter: blur(10px)</a:t>
            </a:r>
            <a:br/>
            <a:r>
              <a:t>rgba半透明背景</a:t>
            </a:r>
            <a:br/>
            <a:r>
              <a:t>跟随鼠标移动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611880"/>
            <a:ext cx="2743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44"/>
                </a:solidFill>
                <a:latin typeface="Microsoft YaHei"/>
              </a:defRPr>
            </a:pPr>
            <a:r>
              <a:t>美食标记点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069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定位到省份中心</a:t>
            </a:r>
            <a:br/>
            <a:r>
              <a:t>弹跳动画效果</a:t>
            </a:r>
            <a:br/>
            <a:r>
              <a:t>点击跳转详情页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5029200" cy="11887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/* 安徽脉冲动画 */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@keyframes pulse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0%   { opacity: 0.7; transform: scale(1); }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50%  { opacity: 1;   transform: scale(1.02); }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100% { opacity: 0.7; transform: scale(1); }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6/10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列表页 · 布局原理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list.html — CSS Grid + Sticky + Frosted Glass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194560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CSS Grid 响应式布局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&gt;1024px：3列网格，信息密度最优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768px~1024px：2列网格，平板适配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&lt;768px：1列布局，移动端友好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grid-template-columns + auto-fill + minmax()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20239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粘性控制面板 + 毛玻璃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5486400" cy="2286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.control-panel-sticky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position: sticky;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top: 57px;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z-index: 150;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background: rgba(255, 255, 255, 0.85);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backdrop-filter: blur(20px);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-webkit-backdrop-filter: blur(20px);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border-bottom: 1px solid rgba(212,168,67,0.2);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交互特性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53035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24"/>
                </a:solidFill>
                <a:latin typeface="Microsoft YaHei"/>
              </a:defRPr>
            </a:pPr>
            <a:r>
              <a:t>二级联动筛选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地区选择 → 动态更新省份列表</a:t>
            </a:r>
            <a:br/>
            <a:r>
              <a:t>省级联动，选择地区后</a:t>
            </a:r>
            <a:br/>
            <a:r>
              <a:t>自动过滤该地区下的省份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46120"/>
            <a:ext cx="53035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337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24"/>
                </a:solidFill>
                <a:latin typeface="Microsoft YaHei"/>
              </a:defRPr>
            </a:pPr>
            <a:r>
              <a:t>实时搜索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input事件监听 + filter()</a:t>
            </a:r>
            <a:br/>
            <a:r>
              <a:t>实时显示匹配结果数量badge</a:t>
            </a:r>
            <a:br/>
            <a:r>
              <a:t>支持名称/城市/口味等多字段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00600"/>
            <a:ext cx="53035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24"/>
                </a:solidFill>
                <a:latin typeface="Microsoft YaHei"/>
              </a:defRPr>
            </a:pPr>
            <a:r>
              <a:t>毛玻璃原理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backdrop-filter: blur(20px)</a:t>
            </a:r>
            <a:br/>
            <a:r>
              <a:t>对元素背后区域进行模糊</a:t>
            </a:r>
            <a:br/>
            <a:r>
              <a:t>配合半透明背景实现通透感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关键：sticky定位让控制面板在滚动时始终可见，提升操作效率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7/10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详情页 · 数据驱动动态渲染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detail.html — URL Params + Dynamic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097280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页面跳转流程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列表页</a:t>
            </a:r>
            <a:br/>
            <a:r>
              <a:t>list.html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41E2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69164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点击卡片</a:t>
            </a:r>
            <a:br/>
            <a:r>
              <a:t>?a=id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41E2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9164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详情页</a:t>
            </a:r>
            <a:br/>
            <a:r>
              <a:t>detail.html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1234440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URL参数解析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54680"/>
            <a:ext cx="5029200" cy="21031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// 从URL获取美食ID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const urlParams = new URLSearchParams(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window.location.search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const foodId = parseInt(urlParams.get('id'));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// 根据ID查找数据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const food = foodBosses.find(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 =&gt; f.id === foodId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743200"/>
            <a:ext cx="822959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渲染特性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54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URLSearchParams解析查询字符串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find()方法根据id精确查找数据对象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数据驱动：从data.js读取后动态生成DOM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渐变色头部：使用美食配色方案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两栏信息网格：CSS Grid 2列布局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标签展示：口味、地区、类型等标签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响应式适配：移动端切换为单列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▸ 返回按钮：history.back()返回列表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0972800" cy="640080"/>
          </a:xfrm>
          <a:prstGeom prst="roundRect">
            <a:avLst/>
          </a:prstGeom>
          <a:solidFill>
            <a:srgbClr val="FFF0E0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💡 核心思路：列表页通过URL传递参数 → 详情页解析参数 → 查找数据 → 动态渲染页面内容，实现页面间的数据流转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8/10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挑战页 · 智能推荐算法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challenge.html — Multi-dimensional Weighted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82295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核心算法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486400" cy="41148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function calculateMatch(food, conditions)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let score = 60;  // 基础分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    // 口味匹配 +15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if (food.taste.some(t =&gt;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conditions.taste.includes(t)))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score += 15;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    // 场景匹配 +10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if (food.scene === conditions.scene)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score += 10;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    // 心情匹配 +10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if (food.mood === conditions.mood)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score += 10;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    // 天气匹配 +5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if (food.weather === conditions.weather)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score += 5;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    // 安徽加分 +5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if (food.province === '安徽')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score += 5;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score = Math.min(score, 100);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return { score, reasons };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1097280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评分维度权重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基础分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737360"/>
            <a:ext cx="32004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1737360"/>
            <a:ext cx="3200400" cy="228600"/>
          </a:xfrm>
          <a:prstGeom prst="roundRect">
            <a:avLst/>
          </a:prstGeom>
          <a:solidFill>
            <a:srgbClr val="E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1691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8434A"/>
                </a:solidFill>
                <a:latin typeface="Microsoft YaHei"/>
              </a:defRPr>
            </a:pPr>
            <a:r>
              <a:t>+60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每道美食的起始分数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口味匹配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423160"/>
            <a:ext cx="32004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2423160"/>
            <a:ext cx="800100" cy="22860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2377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1E24"/>
                </a:solidFill>
                <a:latin typeface="Microsoft YaHei"/>
              </a:defRPr>
            </a:pPr>
            <a:r>
              <a:t>+15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70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用户口味偏好与美食口味交集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场景匹配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108960"/>
            <a:ext cx="32004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3108960"/>
            <a:ext cx="533399" cy="2286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0" y="3063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Microsoft YaHei"/>
              </a:defRPr>
            </a:pPr>
            <a:r>
              <a:t>+10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55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用餐场景是否吻合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心情匹配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794760"/>
            <a:ext cx="32004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3794760"/>
            <a:ext cx="533399" cy="2286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3749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Microsoft YaHei"/>
              </a:defRPr>
            </a:pPr>
            <a:r>
              <a:t>+10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41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当前心情与美食适配度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天气匹配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480560"/>
            <a:ext cx="32004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4480560"/>
            <a:ext cx="266699" cy="228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4434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D2D44"/>
                </a:solidFill>
                <a:latin typeface="Microsoft YaHei"/>
              </a:defRPr>
            </a:pPr>
            <a:r>
              <a:t>+5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27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天气对美食选择的影响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安徽加分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5166360"/>
            <a:ext cx="32004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0" y="5166360"/>
            <a:ext cx="266699" cy="228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0" y="5120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D2D44"/>
                </a:solidFill>
                <a:latin typeface="Microsoft YaHei"/>
              </a:defRPr>
            </a:pPr>
            <a:r>
              <a:t>+5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413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本地美食额外加分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760720"/>
            <a:ext cx="1097280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今日BOSS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基于日期字符串的确定性哈希，保证每日推荐一致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228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73152" cy="5943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挑战记录与成就系统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Challenge Records &amp; Achievement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468879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LocalStorage 持久化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486400" cy="25603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6C7086"/>
                </a:solidFill>
                <a:latin typeface="Consolas"/>
              </a:defRPr>
            </a:pPr>
            <a:r>
              <a:t>// 保存挑战记录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function saveChallengeRecord(record) 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BA6F7"/>
                </a:solidFill>
                <a:latin typeface="Consolas"/>
              </a:defRPr>
            </a:pPr>
            <a:r>
              <a:t>    const records = getChallengeRecords();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records.push({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foodId: record.foodId,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score: record.score,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conditions: record.conditions,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timestamp: Date.now()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});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localStorage.setItem(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      'bossChallengeRecords',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JSON.stringify(records)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1097280" cy="3200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数据统计函数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▸ getChallengeRecords()：获取全部记录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▸ getChallengeStats()：统计总次数/最爱口味/最常地区等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▸ getAchievements()：遍历7种成就判定条件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▸ 数据结构：{ foodId, score, conditions, timestamp }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▸ 重试机制：retryRecommendation()循环推荐列表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097280" cy="320040"/>
          </a:xfrm>
          <a:prstGeom prst="round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成就徽章系统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初出茅庐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85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完成首次挑战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93776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口味探索者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5285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尝试3种不同口味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93776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区域达人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285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探索3个不同地区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493776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满分BOSS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5285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获得100分匹配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6072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连续挑战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108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连续挑战5次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576072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5806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精准推荐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6108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匹配度≥90分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5760720"/>
            <a:ext cx="2651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806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美食王者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6108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解锁全部成就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2011680"/>
            <a:ext cx="57908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4754880"/>
            <a:ext cx="57908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843"/>
                </a:solidFill>
                <a:latin typeface="Microsoft YaHei"/>
              </a:defRPr>
            </a:pPr>
            <a:r>
              <a:t>舌尖BOSS — 中国美食文化探索网站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团队成员：卢酉杰  王军帅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13716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81360" y="2743200"/>
            <a:ext cx="13716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657600"/>
            <a:ext cx="137160" cy="1371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81360" y="3657600"/>
            <a:ext cx="137160" cy="137160"/>
          </a:xfrm>
          <a:prstGeom prst="rect">
            <a:avLst/>
          </a:prstGeom>
          <a:solidFill>
            <a:srgbClr val="C4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用代码品味中国  ·  用交互探索美食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